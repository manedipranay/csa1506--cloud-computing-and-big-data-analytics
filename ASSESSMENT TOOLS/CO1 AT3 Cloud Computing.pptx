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8" r:id="rId4"/>
    <p:sldId id="292" r:id="rId5"/>
    <p:sldId id="279" r:id="rId6"/>
    <p:sldId id="290" r:id="rId7"/>
    <p:sldId id="291" r:id="rId8"/>
    <p:sldId id="289" r:id="rId9"/>
    <p:sldId id="29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edipranay.529@outlook.com" userId="5004c770070db395" providerId="LiveId" clId="{58A9C1BA-B877-4660-BB8D-81FDE541E347}"/>
    <pc:docChg chg="undo custSel addSld modSld">
      <pc:chgData name="manedipranay.529@outlook.com" userId="5004c770070db395" providerId="LiveId" clId="{58A9C1BA-B877-4660-BB8D-81FDE541E347}" dt="2026-07-23T06:28:08.407" v="82" actId="680"/>
      <pc:docMkLst>
        <pc:docMk/>
      </pc:docMkLst>
      <pc:sldChg chg="addSp modSp mod">
        <pc:chgData name="manedipranay.529@outlook.com" userId="5004c770070db395" providerId="LiveId" clId="{58A9C1BA-B877-4660-BB8D-81FDE541E347}" dt="2026-07-23T03:40:18.090" v="81" actId="20577"/>
        <pc:sldMkLst>
          <pc:docMk/>
          <pc:sldMk cId="1648486484" sldId="256"/>
        </pc:sldMkLst>
        <pc:spChg chg="add mod">
          <ac:chgData name="manedipranay.529@outlook.com" userId="5004c770070db395" providerId="LiveId" clId="{58A9C1BA-B877-4660-BB8D-81FDE541E347}" dt="2026-07-21T09:15:54.829" v="37" actId="20577"/>
          <ac:spMkLst>
            <pc:docMk/>
            <pc:sldMk cId="1648486484" sldId="256"/>
            <ac:spMk id="2" creationId="{A84F4013-A028-67B4-C3B6-43E6D7C45718}"/>
          </ac:spMkLst>
        </pc:spChg>
        <pc:spChg chg="add mod">
          <ac:chgData name="manedipranay.529@outlook.com" userId="5004c770070db395" providerId="LiveId" clId="{58A9C1BA-B877-4660-BB8D-81FDE541E347}" dt="2026-07-23T03:40:18.090" v="81" actId="20577"/>
          <ac:spMkLst>
            <pc:docMk/>
            <pc:sldMk cId="1648486484" sldId="256"/>
            <ac:spMk id="4" creationId="{3020144F-BADF-D656-52FE-DE53B5FE6390}"/>
          </ac:spMkLst>
        </pc:spChg>
        <pc:picChg chg="mod">
          <ac:chgData name="manedipranay.529@outlook.com" userId="5004c770070db395" providerId="LiveId" clId="{58A9C1BA-B877-4660-BB8D-81FDE541E347}" dt="2026-07-21T09:16:22.045" v="42" actId="1076"/>
          <ac:picMkLst>
            <pc:docMk/>
            <pc:sldMk cId="1648486484" sldId="256"/>
            <ac:picMk id="6" creationId="{03F44DFE-840B-ABED-8AD4-D576D4FB110F}"/>
          </ac:picMkLst>
        </pc:picChg>
      </pc:sldChg>
      <pc:sldChg chg="new">
        <pc:chgData name="manedipranay.529@outlook.com" userId="5004c770070db395" providerId="LiveId" clId="{58A9C1BA-B877-4660-BB8D-81FDE541E347}" dt="2026-07-23T06:28:08.407" v="82" actId="680"/>
        <pc:sldMkLst>
          <pc:docMk/>
          <pc:sldMk cId="4148472627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FFB6D-586A-4D91-99D1-0A3C06B01C9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BD910-B701-46F9-A2D9-ED646F81E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269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BD910-B701-46F9-A2D9-ED646F81EB5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809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199A-441D-4170-3788-4ADBE07A0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A8786-BAA0-8A4A-0DA8-4DF4B0D30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8E9FF-B621-9B60-99CF-79FCFC04B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9F956-F602-79A8-5C7E-0E8EC929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31804-9159-A317-EC5B-6292B766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7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8D97-1914-8AF3-39BA-BBC38EF49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10742-D116-6F83-DE89-F1EAF2A72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06E7F-E8EE-3A53-FCC5-EE163DE6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65D44-0DDF-8813-9F99-B25C8322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622F7-2F63-C618-8789-4C93ECCD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22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181F4-69D9-8D88-C794-08FA0780A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4C85E-A059-4735-743E-DC386DAC9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5CF28-56F5-5018-42AB-3E4941BC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EA99-B1B0-1CE4-1E18-B39D7CF1A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2BEC9-6159-F2DF-C408-F04DFCC2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2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74C-0A2C-A761-435C-C6D73509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947-5E2B-6405-9669-9296123D1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EC0B3-36FB-121F-FD0A-531108474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21657-A326-FEF8-0913-D0B1D960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6312-10CA-A8E8-C9B7-DF6841EB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BA655-E4C7-4426-58C8-3187396D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7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F17D9-6540-39CF-0F81-B0787ACC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853C3-B8A9-1C2C-8692-AAC589F66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CDA60-148D-E962-8AC3-A7A93E0F6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5C712B-26A6-FE09-BB5E-BD500518F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1599A8-0EF8-C564-910D-C34F91D1C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6C3AB-A284-00FE-5EEE-C603BAE5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508998-CB48-DA72-7588-A88E9FDC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5359E-1935-147E-AC85-02EA7F10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84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84892-60EB-EBD6-2356-F8DB66C6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B75E5-963C-5D12-E7DC-672EC8F2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F4677-D44A-8C11-0CBA-D1B93662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CAF95-4B11-CC6D-B31A-5189C5C12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6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5CC23B-C056-005A-3F0A-FA7BCAEC3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FD265-0F8C-D363-9729-52B8481D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B6503-DEDF-DBB0-BF5F-F5E43D4A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3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375F-3768-0C6A-A982-216946C7B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7649-B058-83AE-5756-8F09AE683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93678-B6A0-4413-7F95-92A34FB99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CE699-917E-CF68-1271-5D771CE6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FC86A-D406-874A-CF56-53E52800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62AA5-7014-7569-F717-FAC863F8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99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D40D-E030-950F-C9CB-57BE34B34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88E9E3-43AD-90F9-1D79-D0C3EE8FFD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58D51-9622-5DDD-8B68-1951CB3B7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F614C-C7D4-9D2A-8EF3-25C9E22C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707A6-F892-6B61-F278-532ED876B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F3633-125D-87D8-6088-6D560B5B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2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A3B67-1475-EDD4-3434-F183B2699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BC2F9-B79D-5CA4-96B5-5046C2CF1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B9724-E144-DA8F-80C8-CB766BE5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32DE3-46E7-F64B-9778-9438DFCD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6D315-DE7C-0894-80F0-D771D9AE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F6AD15-B726-5C7A-CCF5-6C2F875793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1A08C-370D-DAED-854B-934A84EDB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688F6-859E-2E96-006E-744BD48E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2F338-6C11-B137-2DFD-7256084C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10384-CBAE-9A66-5C85-8ED567A8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48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9DF1B-1051-8055-F0CC-339A65AC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4251A-9E46-4FBB-2A97-4F9A2DECB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94F8E-A89E-3410-A61B-98EEB6FD0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E3059-7849-4E20-BA37-D6D23A85440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BEE3F-2F71-8523-B347-D93A9AEA7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7BE07-B562-3FE0-4F31-93376EB50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458F6-6B0B-4838-968D-D57E30D5D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33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215A1-3B3C-19DB-7071-F427BB5D4EA5}"/>
              </a:ext>
            </a:extLst>
          </p:cNvPr>
          <p:cNvSpPr txBox="1"/>
          <p:nvPr/>
        </p:nvSpPr>
        <p:spPr>
          <a:xfrm>
            <a:off x="1021748" y="1656481"/>
            <a:ext cx="10441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Technologies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1FED3-EC30-68B0-05E5-518128EEC687}"/>
              </a:ext>
            </a:extLst>
          </p:cNvPr>
          <p:cNvSpPr txBox="1"/>
          <p:nvPr/>
        </p:nvSpPr>
        <p:spPr>
          <a:xfrm>
            <a:off x="1311422" y="3226141"/>
            <a:ext cx="9152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CSA1506- Cloud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and Big Data Analytics </a:t>
            </a: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03F44DFE-840B-ABED-8AD4-D576D4FB1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433" y="194733"/>
            <a:ext cx="11777133" cy="1210733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4F4013-A028-67B4-C3B6-43E6D7C45718}"/>
              </a:ext>
            </a:extLst>
          </p:cNvPr>
          <p:cNvSpPr txBox="1"/>
          <p:nvPr/>
        </p:nvSpPr>
        <p:spPr>
          <a:xfrm>
            <a:off x="8085667" y="4605867"/>
            <a:ext cx="3377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Pranay(19252382)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0144F-BADF-D656-52FE-DE53B5FE6390}"/>
              </a:ext>
            </a:extLst>
          </p:cNvPr>
          <p:cNvSpPr txBox="1"/>
          <p:nvPr/>
        </p:nvSpPr>
        <p:spPr>
          <a:xfrm>
            <a:off x="313266" y="4698200"/>
            <a:ext cx="3632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D.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Boomija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486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33A3B-E9A4-354D-21A3-B0A65505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26" y="2944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14A2CC-C58C-CA1C-D2C8-D403A9CB7F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416" y="2410209"/>
            <a:ext cx="6360652" cy="294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concept of cloud storage.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how cloud storage works.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different cloud storage technologies.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real-world applications.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benefits and challenges of cloud storage.</a:t>
            </a:r>
            <a:endParaRPr lang="en-US" sz="21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5BF11F8-8426-5460-F9BD-734380C813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0" y="29104"/>
            <a:ext cx="1125083" cy="104616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62E03A2-D5A3-3FEF-3820-A847FC80067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8133" y="1"/>
            <a:ext cx="1303867" cy="10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46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0AED-4D0C-83E6-37A6-FEDD2FDD6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094" y="433949"/>
            <a:ext cx="8918635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Storage?</a:t>
            </a: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D7051F-5747-8885-8518-427097C55A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9595" y="2368348"/>
            <a:ext cx="9858203" cy="3426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is a technology that stores digital data on remote servers connected through the Internet. Users can access their files anytime and from anywhere using computers or mobile devices.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/>
              <a:t>Types of Cloud Storage</a:t>
            </a:r>
          </a:p>
          <a:p>
            <a:pPr marL="0" indent="0">
              <a:buNone/>
            </a:pPr>
            <a:r>
              <a:rPr lang="en-IN" sz="2100" b="1" dirty="0"/>
              <a:t>     Object Storage</a:t>
            </a:r>
            <a:r>
              <a:rPr lang="en-IN" sz="2100" dirty="0"/>
              <a:t> – Stores files as objects (Amazon S3). </a:t>
            </a:r>
          </a:p>
          <a:p>
            <a:pPr marL="0" indent="0">
              <a:buNone/>
            </a:pPr>
            <a:r>
              <a:rPr lang="en-IN" sz="2100" b="1" dirty="0"/>
              <a:t>     File Storage</a:t>
            </a:r>
            <a:r>
              <a:rPr lang="en-IN" sz="2100" dirty="0"/>
              <a:t> – Organizes data in folders and files. </a:t>
            </a:r>
          </a:p>
          <a:p>
            <a:pPr marL="0" indent="0">
              <a:buNone/>
            </a:pPr>
            <a:r>
              <a:rPr lang="en-IN" sz="2100" b="1" dirty="0"/>
              <a:t>     Block Storage</a:t>
            </a:r>
            <a:r>
              <a:rPr lang="en-IN" sz="2100" dirty="0"/>
              <a:t> – Divides data into blocks for high-performance applications.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B7089082-D455-21CD-F66E-331077C145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155594" cy="1208828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04B2520-ECCF-B084-E0C6-545F2B84B78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8133" y="1"/>
            <a:ext cx="1303867" cy="10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01E76-3D65-38DC-142B-66EF8A4E8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Backup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Encryption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 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E8B558CE-065E-0D9E-B14A-C29E5F4FA6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5" y="0"/>
            <a:ext cx="1065925" cy="109592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847DE1DA-E9EC-F145-3D12-F19DFC896E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8133" y="16935"/>
            <a:ext cx="1303867" cy="10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6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D1E1-0889-06E4-6088-1047BD6B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353151"/>
            <a:ext cx="10126133" cy="780134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579AE44F-A086-FE9F-2DA5-99529CF706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5" y="0"/>
            <a:ext cx="1065925" cy="1095920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A780D952-0BD6-992A-054D-AD478721729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8133" y="16935"/>
            <a:ext cx="1303867" cy="10244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BCB91-17F6-C2F6-F9AE-A0555BC08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066" y="1397736"/>
            <a:ext cx="5647267" cy="4978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8745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2D94-E9E0-0A69-09E8-FEF4E592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of Cloud Storage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2D23F-F92D-3027-9420-6C1618AC7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Google Drive for storing assignments.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Electronic Medical Records (EMR).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Data backup and disaster recovery.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Secure customer data storage.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Netflix stores media content on cloud infrastructure.</a:t>
            </a:r>
          </a:p>
          <a:p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F12D328A-57C1-D356-BCAD-D7C0999DF1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5" y="0"/>
            <a:ext cx="1065925" cy="109592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5C5D7BDA-DC89-5BDC-B3E9-A8E59700D20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8133" y="16935"/>
            <a:ext cx="1303867" cy="10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00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8CEBB-07E5-2D63-4148-940C464A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C812C-D0CA-87DE-7751-FDA351EE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266" y="1571625"/>
            <a:ext cx="9076267" cy="4351338"/>
          </a:xfrm>
        </p:spPr>
        <p:txBody>
          <a:bodyPr/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Technologies provide secure, scalable, and cost-effective solutions for storing digital data. They help individuals and organizations manage data efficiently while enabling access from anywhere.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stores data on remote servers.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scalability and flexibility.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backup and disaster recovery.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education, healthcare, banking, and businesses.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are important considerations.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96C76BB9-410B-8ADC-6213-0AB057B21D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"/>
            <a:ext cx="1168400" cy="102446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16AB959C-B52C-22BB-74C1-A127F00B6F9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8133" y="16935"/>
            <a:ext cx="1303867" cy="10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2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EE5F90-234A-DB32-44D5-3BDE1F9098E6}"/>
              </a:ext>
            </a:extLst>
          </p:cNvPr>
          <p:cNvSpPr txBox="1"/>
          <p:nvPr/>
        </p:nvSpPr>
        <p:spPr>
          <a:xfrm>
            <a:off x="3048000" y="1905506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A78CB13-A316-D787-1887-76BCC938CC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"/>
            <a:ext cx="1168400" cy="102446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C219EC9-196D-0A59-FDD7-B454AE257C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8133" y="1"/>
            <a:ext cx="1303867" cy="10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43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472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192425259_UDAY_192424265_THARUN[1][1]</Template>
  <TotalTime>598</TotalTime>
  <Words>271</Words>
  <Application>Microsoft Office PowerPoint</Application>
  <PresentationFormat>Widescreen</PresentationFormat>
  <Paragraphs>53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OBJECTIVES</vt:lpstr>
      <vt:lpstr>What is Cloud Storage?</vt:lpstr>
      <vt:lpstr>PowerPoint Presentation</vt:lpstr>
      <vt:lpstr>Architecture</vt:lpstr>
      <vt:lpstr>Real-World Applications of Cloud Storage Technologies</vt:lpstr>
      <vt:lpstr>Conclusion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uday gurazala</dc:creator>
  <cp:lastModifiedBy>manedipranay.529@outlook.com</cp:lastModifiedBy>
  <cp:revision>34</cp:revision>
  <dcterms:created xsi:type="dcterms:W3CDTF">2025-09-02T03:25:02Z</dcterms:created>
  <dcterms:modified xsi:type="dcterms:W3CDTF">2026-07-23T06:28:19Z</dcterms:modified>
</cp:coreProperties>
</file>